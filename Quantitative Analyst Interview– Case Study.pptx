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4E67-6F11-4502-96E5-D622FBE56065}" type="datetimeFigureOut">
              <a:rPr lang="en-CA" smtClean="0"/>
              <a:t>2021-05-26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F6767-1A64-49EE-A7FB-E59B67BC9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401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4E67-6F11-4502-96E5-D622FBE56065}" type="datetimeFigureOut">
              <a:rPr lang="en-CA" smtClean="0"/>
              <a:t>2021-05-26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F6767-1A64-49EE-A7FB-E59B67BC9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5746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4E67-6F11-4502-96E5-D622FBE56065}" type="datetimeFigureOut">
              <a:rPr lang="en-CA" smtClean="0"/>
              <a:t>2021-05-26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F6767-1A64-49EE-A7FB-E59B67BC9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1513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4E67-6F11-4502-96E5-D622FBE56065}" type="datetimeFigureOut">
              <a:rPr lang="en-CA" smtClean="0"/>
              <a:t>2021-05-26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F6767-1A64-49EE-A7FB-E59B67BC9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649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4E67-6F11-4502-96E5-D622FBE56065}" type="datetimeFigureOut">
              <a:rPr lang="en-CA" smtClean="0"/>
              <a:t>2021-05-26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F6767-1A64-49EE-A7FB-E59B67BC9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449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4E67-6F11-4502-96E5-D622FBE56065}" type="datetimeFigureOut">
              <a:rPr lang="en-CA" smtClean="0"/>
              <a:t>2021-05-26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F6767-1A64-49EE-A7FB-E59B67BC9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6237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4E67-6F11-4502-96E5-D622FBE56065}" type="datetimeFigureOut">
              <a:rPr lang="en-CA" smtClean="0"/>
              <a:t>2021-05-26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F6767-1A64-49EE-A7FB-E59B67BC9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928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4E67-6F11-4502-96E5-D622FBE56065}" type="datetimeFigureOut">
              <a:rPr lang="en-CA" smtClean="0"/>
              <a:t>2021-05-26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F6767-1A64-49EE-A7FB-E59B67BC9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8329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4E67-6F11-4502-96E5-D622FBE56065}" type="datetimeFigureOut">
              <a:rPr lang="en-CA" smtClean="0"/>
              <a:t>2021-05-26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F6767-1A64-49EE-A7FB-E59B67BC9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1133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4E67-6F11-4502-96E5-D622FBE56065}" type="datetimeFigureOut">
              <a:rPr lang="en-CA" smtClean="0"/>
              <a:t>2021-05-26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F6767-1A64-49EE-A7FB-E59B67BC9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3470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4E67-6F11-4502-96E5-D622FBE56065}" type="datetimeFigureOut">
              <a:rPr lang="en-CA" smtClean="0"/>
              <a:t>2021-05-26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F6767-1A64-49EE-A7FB-E59B67BC9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4756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C4E67-6F11-4502-96E5-D622FBE56065}" type="datetimeFigureOut">
              <a:rPr lang="en-CA" smtClean="0"/>
              <a:t>2021-05-26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F6767-1A64-49EE-A7FB-E59B67BC9D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1519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Quantitative Analyst Interview– Case Study </a:t>
            </a:r>
            <a:endParaRPr lang="en-CA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Matthew Kim</a:t>
            </a:r>
            <a:endParaRPr lang="en-CA" dirty="0"/>
          </a:p>
        </p:txBody>
      </p:sp>
      <p:pic>
        <p:nvPicPr>
          <p:cNvPr id="1026" name="Picture 2" descr="Walter Global Asset Management partners with Validus, an industry leader in  financial risk managemen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7191" y="5643020"/>
            <a:ext cx="2321618" cy="121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96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46" y="279626"/>
            <a:ext cx="6524841" cy="62755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935" y="1099023"/>
            <a:ext cx="5284040" cy="407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8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Geometric Brownian Motion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29444" y="1858488"/>
                <a:ext cx="7802088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200" i="1" smtClean="0">
                          <a:latin typeface="Cambria Math" panose="02040503050406030204" pitchFamily="18" charset="0"/>
                        </a:rPr>
                        <m:t>𝑑𝐹</m:t>
                      </m:r>
                      <m:d>
                        <m:dPr>
                          <m:ctrlPr>
                            <a:rPr lang="en-CA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32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CA" sz="32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CA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𝑑𝑊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444" y="1858488"/>
                <a:ext cx="7802088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63833" y="3414155"/>
                <a:ext cx="6733309" cy="7136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2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CA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3200" i="1"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en-CA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A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3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d>
                            <m:dPr>
                              <m:ctrlPr>
                                <a:rPr lang="en-CA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CA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833" y="3414155"/>
                <a:ext cx="6733309" cy="7136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rved Right Arrow 7"/>
          <p:cNvSpPr/>
          <p:nvPr/>
        </p:nvSpPr>
        <p:spPr>
          <a:xfrm>
            <a:off x="2315688" y="2104709"/>
            <a:ext cx="1056904" cy="187630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646" y="2858193"/>
            <a:ext cx="1520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Ito’s Lemma</a:t>
            </a:r>
            <a:endParaRPr lang="en-C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376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476" y="171448"/>
            <a:ext cx="6799965" cy="632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11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45" y="1162730"/>
            <a:ext cx="9937483" cy="400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89854" y="2446317"/>
            <a:ext cx="27885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norm is random normal array with shape(1,sim).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C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180114" y="2826327"/>
            <a:ext cx="2588821" cy="736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729392" y="5315081"/>
                <a:ext cx="4666463" cy="11117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CA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en-CA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A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CA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CA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d>
                            <m:dPr>
                              <m:ctrlPr>
                                <a:rPr lang="en-CA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CA" sz="2000" dirty="0" smtClean="0">
                  <a:solidFill>
                    <a:srgbClr val="FF0000"/>
                  </a:solidFill>
                </a:endParaRPr>
              </a:p>
              <a:p>
                <a:endParaRPr lang="en-US" sz="2000" dirty="0">
                  <a:solidFill>
                    <a:srgbClr val="FF0000"/>
                  </a:solidFill>
                </a:endParaRP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CA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dt</m:t>
                        </m:r>
                      </m:e>
                    </m:d>
                  </m:oMath>
                </a14:m>
                <a:r>
                  <a:rPr lang="en-CA" sz="2000" dirty="0" smtClean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CA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rad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CA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392" y="5315081"/>
                <a:ext cx="4666463" cy="1111715"/>
              </a:xfrm>
              <a:prstGeom prst="rect">
                <a:avLst/>
              </a:prstGeom>
              <a:blipFill>
                <a:blip r:embed="rId3"/>
                <a:stretch>
                  <a:fillRect b="-1208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eft Brace 11"/>
          <p:cNvSpPr/>
          <p:nvPr/>
        </p:nvSpPr>
        <p:spPr>
          <a:xfrm rot="16200000">
            <a:off x="4966882" y="1298458"/>
            <a:ext cx="386828" cy="7468644"/>
          </a:xfrm>
          <a:prstGeom prst="leftBrace">
            <a:avLst>
              <a:gd name="adj1" fmla="val 8333"/>
              <a:gd name="adj2" fmla="val 5023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6501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44" y="1913225"/>
            <a:ext cx="10991626" cy="34781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0022" y="1270660"/>
            <a:ext cx="1995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</a:t>
            </a:r>
            <a:r>
              <a:rPr lang="en-US" sz="2000" dirty="0" smtClean="0"/>
              <a:t>ath = 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631591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613" y="559562"/>
            <a:ext cx="9413792" cy="573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58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217724" y="198540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self.cf = </a:t>
            </a:r>
            <a:r>
              <a:rPr lang="en-CA" dirty="0" err="1" smtClean="0"/>
              <a:t>self.DataReader</a:t>
            </a:r>
            <a:r>
              <a:rPr lang="en-CA" dirty="0" smtClean="0"/>
              <a:t>()</a:t>
            </a:r>
            <a:endParaRPr lang="en-CA" dirty="0"/>
          </a:p>
        </p:txBody>
      </p:sp>
      <p:sp>
        <p:nvSpPr>
          <p:cNvPr id="10" name="TextBox 9"/>
          <p:cNvSpPr txBox="1"/>
          <p:nvPr/>
        </p:nvSpPr>
        <p:spPr>
          <a:xfrm>
            <a:off x="8633361" y="831273"/>
            <a:ext cx="368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 smtClean="0"/>
              <a:t>self.paths</a:t>
            </a:r>
            <a:r>
              <a:rPr lang="en-CA" dirty="0" smtClean="0"/>
              <a:t> = </a:t>
            </a:r>
            <a:r>
              <a:rPr lang="en-CA" dirty="0" err="1" smtClean="0"/>
              <a:t>self.gbm_simulator</a:t>
            </a:r>
            <a:r>
              <a:rPr lang="en-CA" dirty="0" smtClean="0"/>
              <a:t>()</a:t>
            </a:r>
            <a:endParaRPr lang="en-CA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b="64554"/>
          <a:stretch/>
        </p:blipFill>
        <p:spPr>
          <a:xfrm>
            <a:off x="304800" y="198540"/>
            <a:ext cx="7734795" cy="2295278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H="1">
            <a:off x="3681351" y="1015939"/>
            <a:ext cx="4952010" cy="184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1472540" y="383206"/>
            <a:ext cx="6745184" cy="184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92" y="3167517"/>
            <a:ext cx="7956032" cy="309321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04800" y="2678484"/>
            <a:ext cx="2284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new_paths</a:t>
            </a:r>
            <a:r>
              <a:rPr lang="en-US" dirty="0" smtClean="0"/>
              <a:t> =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60791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50175"/>
          <a:stretch/>
        </p:blipFill>
        <p:spPr>
          <a:xfrm>
            <a:off x="216661" y="243135"/>
            <a:ext cx="9588061" cy="25594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62" y="3462493"/>
            <a:ext cx="6225166" cy="27720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6662" y="3004457"/>
            <a:ext cx="193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</a:t>
            </a:r>
            <a:r>
              <a:rPr lang="en-US" dirty="0" err="1" smtClean="0"/>
              <a:t>ew_paths</a:t>
            </a:r>
            <a:r>
              <a:rPr lang="en-US" dirty="0" smtClean="0"/>
              <a:t> =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82485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29" y="704355"/>
            <a:ext cx="8977648" cy="24426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22596"/>
          <a:stretch/>
        </p:blipFill>
        <p:spPr>
          <a:xfrm>
            <a:off x="838200" y="3390900"/>
            <a:ext cx="5526974" cy="317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842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FX Option Valuation</a:t>
            </a:r>
            <a:endParaRPr lang="en-CA" dirty="0"/>
          </a:p>
        </p:txBody>
      </p:sp>
      <p:pic>
        <p:nvPicPr>
          <p:cNvPr id="2050" name="Picture 2" descr="FX put option payoff in FinPric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528" y="1908462"/>
            <a:ext cx="5760573" cy="1879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767" y="4378470"/>
            <a:ext cx="4830084" cy="90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24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32" y="298800"/>
            <a:ext cx="7712769" cy="6137626"/>
          </a:xfrm>
          <a:prstGeom prst="rect">
            <a:avLst/>
          </a:prstGeom>
        </p:spPr>
      </p:pic>
      <p:pic>
        <p:nvPicPr>
          <p:cNvPr id="5" name="Picture 2" descr="FX put option payoff in FinPric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25" y="3630384"/>
            <a:ext cx="3323895" cy="1084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>
            <a:off x="5189518" y="4465122"/>
            <a:ext cx="3633848" cy="12231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8667" y="5688281"/>
            <a:ext cx="3084410" cy="580747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5890161" y="5978655"/>
            <a:ext cx="2638506" cy="896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3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</a:t>
            </a:r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510" y="1304554"/>
            <a:ext cx="7590930" cy="506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9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96" y="961901"/>
            <a:ext cx="5342046" cy="38738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873" y="1069459"/>
            <a:ext cx="5287766" cy="3668796"/>
          </a:xfrm>
          <a:prstGeom prst="rect">
            <a:avLst/>
          </a:prstGeom>
        </p:spPr>
      </p:pic>
      <p:sp>
        <p:nvSpPr>
          <p:cNvPr id="8" name="Left Brace 7"/>
          <p:cNvSpPr/>
          <p:nvPr/>
        </p:nvSpPr>
        <p:spPr>
          <a:xfrm rot="5400000">
            <a:off x="6958940" y="784451"/>
            <a:ext cx="451263" cy="570016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6543303" y="402645"/>
            <a:ext cx="163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Floor effect</a:t>
            </a:r>
            <a:endParaRPr lang="en-CA" dirty="0"/>
          </a:p>
        </p:txBody>
      </p:sp>
      <p:sp>
        <p:nvSpPr>
          <p:cNvPr id="10" name="TextBox 9"/>
          <p:cNvSpPr txBox="1"/>
          <p:nvPr/>
        </p:nvSpPr>
        <p:spPr>
          <a:xfrm>
            <a:off x="1329362" y="5136676"/>
            <a:ext cx="4773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Higher IRR for 50% and 95% percentiles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But strong likelihood of making less than 10% IRR</a:t>
            </a:r>
            <a:endParaRPr lang="en-CA" dirty="0"/>
          </a:p>
        </p:txBody>
      </p:sp>
      <p:sp>
        <p:nvSpPr>
          <p:cNvPr id="11" name="TextBox 10"/>
          <p:cNvSpPr txBox="1"/>
          <p:nvPr/>
        </p:nvSpPr>
        <p:spPr>
          <a:xfrm>
            <a:off x="6899563" y="4987636"/>
            <a:ext cx="4334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Less IRR for 50% and 95% Percentiles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Guarantee to make at least 10%</a:t>
            </a:r>
          </a:p>
        </p:txBody>
      </p:sp>
    </p:spTree>
    <p:extLst>
      <p:ext uri="{BB962C8B-B14F-4D97-AF65-F5344CB8AC3E}">
        <p14:creationId xmlns:p14="http://schemas.microsoft.com/office/powerpoint/2010/main" val="412381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620" y="2443307"/>
            <a:ext cx="10515600" cy="1325563"/>
          </a:xfrm>
        </p:spPr>
        <p:txBody>
          <a:bodyPr/>
          <a:lstStyle/>
          <a:p>
            <a:r>
              <a:rPr lang="en-US" dirty="0" smtClean="0"/>
              <a:t>Thank you for listening </a:t>
            </a:r>
            <a:r>
              <a:rPr lang="en-US" dirty="0" smtClean="0">
                <a:sym typeface="Wingdings" panose="05000000000000000000" pitchFamily="2" charset="2"/>
              </a:rPr>
              <a:t>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64951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85</Words>
  <Application>Microsoft Office PowerPoint</Application>
  <PresentationFormat>Widescreen</PresentationFormat>
  <Paragraphs>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Wingdings</vt:lpstr>
      <vt:lpstr>Office Theme</vt:lpstr>
      <vt:lpstr>Quantitative Analyst Interview– Case Study </vt:lpstr>
      <vt:lpstr>PowerPoint Presentation</vt:lpstr>
      <vt:lpstr>Geometric Brownian Motion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FX Option Valuation</vt:lpstr>
      <vt:lpstr>PowerPoint Presentation</vt:lpstr>
      <vt:lpstr>Result</vt:lpstr>
      <vt:lpstr>PowerPoint Presentation</vt:lpstr>
      <vt:lpstr>Thank you for listening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Analyst Interview– Case Study</dc:title>
  <dc:creator>Matthew Kim</dc:creator>
  <cp:lastModifiedBy>Matthew Kim</cp:lastModifiedBy>
  <cp:revision>20</cp:revision>
  <dcterms:created xsi:type="dcterms:W3CDTF">2021-05-26T01:32:31Z</dcterms:created>
  <dcterms:modified xsi:type="dcterms:W3CDTF">2021-05-26T15:33:08Z</dcterms:modified>
</cp:coreProperties>
</file>